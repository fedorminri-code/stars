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59" r:id="rId5"/>
    <p:sldId id="263" r:id="rId6"/>
    <p:sldId id="261" r:id="rId7"/>
    <p:sldId id="287" r:id="rId8"/>
    <p:sldId id="288" r:id="rId9"/>
    <p:sldId id="289" r:id="rId10"/>
    <p:sldId id="280" r:id="rId11"/>
    <p:sldId id="290" r:id="rId12"/>
    <p:sldId id="286" r:id="rId13"/>
    <p:sldId id="260" r:id="rId14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2F2"/>
    <a:srgbClr val="6AC6A5"/>
    <a:srgbClr val="3EB198"/>
    <a:srgbClr val="74CEBB"/>
    <a:srgbClr val="30302F"/>
    <a:srgbClr val="2B7D6B"/>
    <a:srgbClr val="B8E6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6"/>
    <p:restoredTop sz="77142"/>
  </p:normalViewPr>
  <p:slideViewPr>
    <p:cSldViewPr snapToGrid="0" showGuides="1">
      <p:cViewPr varScale="1">
        <p:scale>
          <a:sx n="41" d="100"/>
          <a:sy n="41" d="100"/>
        </p:scale>
        <p:origin x="1253" y="38"/>
      </p:cViewPr>
      <p:guideLst>
        <p:guide orient="horz" pos="195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95A747-8555-4E19-AB85-A3E1B43E6E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zh-CN" altLang="en-US" dirty="0"/>
              <a:t>封面标题特殊字体为百度简综艺.可以自行下载使用或改为微软雅黑.</a:t>
            </a:r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lstStyle/>
          <a:p>
            <a:pPr lvl="0" indent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>
                <a:sym typeface="+mn-ea"/>
              </a:rPr>
              <a:t>Click here to edit the master title style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>
                <a:sym typeface="+mn-ea"/>
              </a:rPr>
              <a:t>Click here to edit the master subtitle style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>
                <a:sym typeface="+mn-ea"/>
              </a:rPr>
              <a:t>Click here to edit the master title style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 fontAlgn="auto"/>
            <a:r>
              <a:rPr lang="zh-CN" altLang="en-US" sz="2800" strike="noStrike" noProof="1">
                <a:sym typeface="+mn-ea"/>
              </a:rPr>
              <a:t>Click here to edit the master text style</a:t>
            </a:r>
            <a:endParaRPr lang="zh-CN" altLang="en-US" sz="2800" strike="noStrike" noProof="1"/>
          </a:p>
          <a:p>
            <a:pPr lvl="1" fontAlgn="auto"/>
            <a:r>
              <a:rPr lang="zh-CN" altLang="en-US" sz="2800" strike="noStrike" noProof="1">
                <a:sym typeface="+mn-ea"/>
              </a:rPr>
              <a:t>The second level</a:t>
            </a:r>
            <a:endParaRPr lang="zh-CN" altLang="en-US" sz="2800" strike="noStrike" noProof="1"/>
          </a:p>
          <a:p>
            <a:pPr lvl="2" fontAlgn="auto"/>
            <a:r>
              <a:rPr lang="zh-CN" altLang="en-US" sz="2800" strike="noStrike" noProof="1">
                <a:sym typeface="+mn-ea"/>
              </a:rPr>
              <a:t>The third level</a:t>
            </a:r>
            <a:endParaRPr lang="zh-CN" altLang="en-US" sz="2800" strike="noStrike" noProof="1"/>
          </a:p>
          <a:p>
            <a:pPr lvl="3" fontAlgn="auto"/>
            <a:r>
              <a:rPr lang="zh-CN" altLang="en-US" sz="2800" strike="noStrike" noProof="1">
                <a:sym typeface="+mn-ea"/>
              </a:rPr>
              <a:t>The fourth level</a:t>
            </a:r>
            <a:endParaRPr lang="zh-CN" altLang="en-US" sz="2800" strike="noStrike" noProof="1"/>
          </a:p>
          <a:p>
            <a:pPr lvl="4" fontAlgn="auto"/>
            <a:r>
              <a:rPr lang="zh-CN" altLang="en-US" sz="2800" strike="noStrike" noProof="1">
                <a:sym typeface="+mn-ea"/>
              </a:rPr>
              <a:t>Fifth level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Click here to edit the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1" indent="-228600"/>
            <a:r>
              <a:rPr lang="zh-CN" altLang="en-US" dirty="0"/>
              <a:t>Click here to edit the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The 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The 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The 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8" name="文本框 7"/>
          <p:cNvSpPr txBox="1"/>
          <p:nvPr/>
        </p:nvSpPr>
        <p:spPr>
          <a:xfrm>
            <a:off x="8889365" y="4896485"/>
            <a:ext cx="3172460" cy="12934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algn="r"/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Руководитель</a:t>
            </a:r>
            <a:r>
              <a:rPr lang="en-US" alt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проекта</a:t>
            </a:r>
            <a:endParaRPr lang="en-US" altLang="en-US" sz="1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Нинкин</a:t>
            </a:r>
            <a:r>
              <a:rPr lang="en-US" alt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К</a:t>
            </a:r>
            <a:r>
              <a:rPr lang="en-US" alt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Ю</a:t>
            </a:r>
            <a:r>
              <a:rPr lang="en-US" alt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n-US" altLang="ru-RU" sz="1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Исполнитель</a:t>
            </a:r>
            <a:r>
              <a:rPr lang="en-US" alt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проекта</a:t>
            </a:r>
            <a:endParaRPr lang="en-US" altLang="en-US" sz="1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Колода</a:t>
            </a:r>
            <a:r>
              <a:rPr lang="en-US" alt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Э</a:t>
            </a:r>
            <a:r>
              <a:rPr lang="en-US" alt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В</a:t>
            </a:r>
            <a:r>
              <a:rPr lang="en-US" alt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n-US" altLang="ru-RU" sz="1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Группа</a:t>
            </a:r>
            <a:r>
              <a:rPr lang="en-US" alt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1</a:t>
            </a:r>
            <a:r>
              <a:rPr lang="en-US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ИСИП</a:t>
            </a:r>
            <a:r>
              <a:rPr lang="en-US" altLang="ru-RU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-525</a:t>
            </a:r>
            <a:endParaRPr lang="en-US" altLang="ru-RU" sz="1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99" name="文本框 25"/>
          <p:cNvSpPr txBox="1"/>
          <p:nvPr/>
        </p:nvSpPr>
        <p:spPr>
          <a:xfrm>
            <a:off x="3368675" y="2412365"/>
            <a:ext cx="6035675" cy="954405"/>
          </a:xfrm>
          <a:prstGeom prst="rect">
            <a:avLst/>
          </a:prstGeom>
          <a:solidFill>
            <a:srgbClr val="3EB198"/>
          </a:solidFill>
          <a:ln w="9525">
            <a:noFill/>
          </a:ln>
        </p:spPr>
        <p:txBody>
          <a:bodyPr anchor="t" anchorCtr="0">
            <a:noAutofit/>
          </a:bodyPr>
          <a:lstStyle/>
          <a:p>
            <a:pPr algn="ctr"/>
            <a:r>
              <a:rPr lang="ru-RU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Итоговый проект </a:t>
            </a:r>
            <a:endParaRPr lang="ru-RU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ru-RU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Тема</a:t>
            </a:r>
            <a:r>
              <a:rPr lang="en-US" altLang="ru-RU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ru-RU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ru-RU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ru-RU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Создание музыкального сайта</a:t>
            </a:r>
            <a:r>
              <a:rPr lang="en-US" altLang="ru-RU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"</a:t>
            </a:r>
            <a:endParaRPr lang="en-US" altLang="ru-RU" sz="20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00" name="文本框 4"/>
          <p:cNvSpPr txBox="1"/>
          <p:nvPr/>
        </p:nvSpPr>
        <p:spPr>
          <a:xfrm>
            <a:off x="3491865" y="190500"/>
            <a:ext cx="5208270" cy="8750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lstStyle/>
          <a:p>
            <a:pPr algn="ctr"/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Федеральное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государственное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образовательное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бюджетное</a:t>
            </a:r>
            <a:endParaRPr lang="en-US" altLang="en-US" sz="14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учреждение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высшего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образования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ru-RU" sz="14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«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Финансовый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университет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при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Правительстве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Российской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Федерации</a:t>
            </a:r>
            <a:r>
              <a:rPr lang="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»</a:t>
            </a:r>
            <a:endParaRPr lang="" altLang="en-US" sz="14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Финансовый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университет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</a:t>
            </a:r>
            <a:endParaRPr lang="en-US" altLang="ru-RU" sz="14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Колледж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информатики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программирования</a:t>
            </a:r>
            <a:r>
              <a:rPr lang="en-US" altLang="ru-RU" sz="14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ru-RU" sz="14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框 34"/>
          <p:cNvSpPr txBox="1"/>
          <p:nvPr/>
        </p:nvSpPr>
        <p:spPr>
          <a:xfrm>
            <a:off x="3489960" y="2880995"/>
            <a:ext cx="8425180" cy="26739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lstStyle/>
          <a:p>
            <a:pPr algn="just"/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Музыка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занимает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важное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место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в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жизни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большинства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ru-RU" sz="2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людей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Однако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существующие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сервисы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не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позволяют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ru-RU" sz="2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точно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фильтровать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треки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сочетанию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настроения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ru-RU" sz="2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эпохи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Большинство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решений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требуют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платной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подписки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ru-RU" sz="2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постоянного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подключения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к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интернету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endParaRPr lang="en-US" altLang="ru-RU" sz="2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3" name="文本框 38"/>
          <p:cNvSpPr txBox="1"/>
          <p:nvPr/>
        </p:nvSpPr>
        <p:spPr>
          <a:xfrm>
            <a:off x="3630295" y="599123"/>
            <a:ext cx="2917825" cy="5835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ru-RU" altLang="zh-CN" sz="3200" b="1" dirty="0">
                <a:solidFill>
                  <a:srgbClr val="30302F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Актуальность</a:t>
            </a:r>
            <a:r>
              <a:rPr lang="en-US" altLang="ru-RU" sz="3200" b="1" dirty="0">
                <a:solidFill>
                  <a:srgbClr val="30302F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</a:t>
            </a:r>
            <a:endParaRPr lang="en-US" altLang="ru-RU" sz="3200" b="1" dirty="0">
              <a:solidFill>
                <a:srgbClr val="30302F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文本框 4"/>
          <p:cNvSpPr txBox="1"/>
          <p:nvPr/>
        </p:nvSpPr>
        <p:spPr>
          <a:xfrm>
            <a:off x="3971925" y="1822450"/>
            <a:ext cx="309880" cy="31534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文本框 34"/>
          <p:cNvSpPr txBox="1"/>
          <p:nvPr/>
        </p:nvSpPr>
        <p:spPr>
          <a:xfrm>
            <a:off x="785495" y="1656080"/>
            <a:ext cx="8003540" cy="24244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lstStyle/>
          <a:p>
            <a:pPr algn="l"/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Создать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сайт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который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сам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подбирает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музыку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ru-RU" sz="2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под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настроение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n-US" altLang="ru-RU" sz="2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altLang="ru-RU" sz="2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Объект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исследования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-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процесс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подбора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музыки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под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настроение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пользователя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Предмет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исследования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-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музыкальный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сайт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7" name="文本框 38"/>
          <p:cNvSpPr txBox="1"/>
          <p:nvPr/>
        </p:nvSpPr>
        <p:spPr>
          <a:xfrm>
            <a:off x="4281805" y="377508"/>
            <a:ext cx="1392555" cy="6451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ru-RU" altLang="zh-CN" sz="3600" b="1" dirty="0">
                <a:solidFill>
                  <a:srgbClr val="30302F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Цель</a:t>
            </a:r>
            <a:r>
              <a:rPr lang="en-US" altLang="ru-RU" sz="3600" b="1" dirty="0">
                <a:solidFill>
                  <a:srgbClr val="30302F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</a:t>
            </a:r>
            <a:endParaRPr lang="en-US" altLang="ru-RU" sz="3600" b="1" dirty="0">
              <a:solidFill>
                <a:srgbClr val="30302F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34"/>
          <p:cNvSpPr txBox="1"/>
          <p:nvPr/>
        </p:nvSpPr>
        <p:spPr>
          <a:xfrm>
            <a:off x="212090" y="1132205"/>
            <a:ext cx="10930890" cy="33496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lstStyle/>
          <a:p>
            <a:pPr algn="l"/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1.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Создать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список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музыки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указанием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их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настроения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весёлая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грустная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спокойная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т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д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.)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эпохи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(80-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90-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2000-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2010, 2015,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новые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песни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).</a:t>
            </a:r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2.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Сделать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так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чтобы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сайт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показывал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только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те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треки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которые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подходят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под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выбранные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параметры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3.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Сделать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удобные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кнопки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выбора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настроения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список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треков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музыкальный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плеер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4.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Добавить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в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плеер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кнопки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играть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поставить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на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паузу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переключить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следующий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трек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7" name="文本框 38"/>
          <p:cNvSpPr txBox="1"/>
          <p:nvPr/>
        </p:nvSpPr>
        <p:spPr>
          <a:xfrm>
            <a:off x="407035" y="110808"/>
            <a:ext cx="2804160" cy="5219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ru-RU" altLang="zh-CN" sz="2800" b="1" dirty="0">
                <a:solidFill>
                  <a:srgbClr val="30302F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Задачи проекта</a:t>
            </a:r>
            <a:r>
              <a:rPr lang="en-US" altLang="zh-CN" sz="2800" b="1" dirty="0">
                <a:solidFill>
                  <a:srgbClr val="30302F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</a:t>
            </a:r>
            <a:endParaRPr lang="en-US" altLang="zh-CN" sz="2800" b="1" dirty="0">
              <a:solidFill>
                <a:srgbClr val="30302F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06120" y="488950"/>
            <a:ext cx="10818495" cy="100139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Инструментальные</a:t>
            </a:r>
            <a:r>
              <a:rPr lang="en-US" altLang="ru-RU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</a:t>
            </a:r>
            <a:r>
              <a:rPr lang="en-US" altLang="ru-RU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разработки</a:t>
            </a:r>
            <a:endParaRPr lang="en-US" altLang="en-US" b="1">
              <a:solidFill>
                <a:srgbClr val="3030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838200" y="1825625"/>
            <a:ext cx="4491355" cy="3122295"/>
          </a:xfrm>
        </p:spPr>
        <p:txBody>
          <a:bodyPr/>
          <a:lstStyle/>
          <a:p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 </a:t>
            </a:r>
            <a:endParaRPr lang="en-US" alt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CSS </a:t>
            </a:r>
            <a:endParaRPr lang="en-US" alt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endParaRPr lang="en-US" alt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FileReader API </a:t>
            </a:r>
            <a:endParaRPr lang="en-US" alt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localStorage </a:t>
            </a:r>
            <a:endParaRPr lang="en-US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868035"/>
            <a:ext cx="12191365" cy="989965"/>
          </a:xfrm>
          <a:prstGeom prst="rect">
            <a:avLst/>
          </a:prstGeom>
          <a:solidFill>
            <a:srgbClr val="2B7D6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10881360" y="3350895"/>
            <a:ext cx="1309370" cy="3507105"/>
          </a:xfrm>
          <a:prstGeom prst="rect">
            <a:avLst/>
          </a:prstGeom>
          <a:solidFill>
            <a:srgbClr val="6AC6A5">
              <a:alpha val="5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9913620" y="4947920"/>
            <a:ext cx="435610" cy="191071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61365" y="565785"/>
            <a:ext cx="6239510" cy="10331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1365" y="419100"/>
            <a:ext cx="7038340" cy="1325880"/>
          </a:xfrm>
        </p:spPr>
        <p:txBody>
          <a:bodyPr/>
          <a:lstStyle/>
          <a:p>
            <a:r>
              <a:rPr lang="en-US" altLang="en-US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</a:t>
            </a:r>
            <a:r>
              <a:rPr lang="en-US" altLang="ru-RU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</a:t>
            </a:r>
            <a:endParaRPr lang="en-US" altLang="en-US" b="1">
              <a:solidFill>
                <a:srgbClr val="3030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Преобразование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аудиофайлов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в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формат</a:t>
            </a:r>
            <a:r>
              <a:rPr lang="en-US" altLang="ru-RU">
                <a:solidFill>
                  <a:schemeClr val="bg1"/>
                </a:solidFill>
              </a:rPr>
              <a:t> base64</a:t>
            </a:r>
            <a:endParaRPr lang="en-US" altLang="ru-RU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Полная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автономность</a:t>
            </a:r>
            <a:r>
              <a:rPr lang="en-US" altLang="ru-RU">
                <a:solidFill>
                  <a:schemeClr val="bg1"/>
                </a:solidFill>
              </a:rPr>
              <a:t> — </a:t>
            </a:r>
            <a:r>
              <a:rPr lang="en-US" altLang="en-US">
                <a:solidFill>
                  <a:schemeClr val="bg1"/>
                </a:solidFill>
              </a:rPr>
              <a:t>сайт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работает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без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подключения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к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интернету</a:t>
            </a:r>
            <a:endParaRPr lang="en-US" altLang="ru-RU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Адаптивный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интерфейс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Сохранение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настроений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и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эпох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35" y="5890895"/>
            <a:ext cx="12191365" cy="967740"/>
          </a:xfrm>
          <a:prstGeom prst="rect">
            <a:avLst/>
          </a:prstGeom>
          <a:solidFill>
            <a:srgbClr val="2B7D6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10831830" y="3361055"/>
            <a:ext cx="1360170" cy="3497580"/>
          </a:xfrm>
          <a:prstGeom prst="rect">
            <a:avLst/>
          </a:prstGeom>
          <a:solidFill>
            <a:srgbClr val="6AC6A5">
              <a:alpha val="5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9887585" y="4947920"/>
            <a:ext cx="415290" cy="191135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838835" y="640080"/>
            <a:ext cx="9871710" cy="795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093325" cy="1325880"/>
          </a:xfrm>
        </p:spPr>
        <p:txBody>
          <a:bodyPr/>
          <a:lstStyle/>
          <a:p>
            <a:r>
              <a:rPr lang="en-US" altLang="en-US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</a:t>
            </a:r>
            <a:r>
              <a:rPr lang="en-US" altLang="ru-RU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</a:t>
            </a:r>
            <a:r>
              <a:rPr lang="en-US" altLang="ru-RU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сайта</a:t>
            </a:r>
            <a:endParaRPr lang="en-US" altLang="en-US" b="1">
              <a:solidFill>
                <a:srgbClr val="3030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022985" y="1950720"/>
            <a:ext cx="9193530" cy="3336925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MP3-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файлов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компьютера</a:t>
            </a:r>
            <a:endParaRPr lang="en-US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Указание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названия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исполнителя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настроения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эпохи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настроению</a:t>
            </a:r>
            <a:endParaRPr lang="en-US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эпохе</a:t>
            </a:r>
            <a:endParaRPr lang="en-US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Сброс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фильтров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одной</a:t>
            </a:r>
            <a:r>
              <a:rPr lang="en-US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кнопкой</a:t>
            </a:r>
            <a:endParaRPr lang="ru-RU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900420"/>
            <a:ext cx="12192635" cy="957580"/>
          </a:xfrm>
          <a:prstGeom prst="rect">
            <a:avLst/>
          </a:prstGeom>
          <a:solidFill>
            <a:srgbClr val="2B7D6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0855325" y="3309620"/>
            <a:ext cx="1337310" cy="3548380"/>
          </a:xfrm>
          <a:prstGeom prst="rect">
            <a:avLst/>
          </a:prstGeom>
          <a:solidFill>
            <a:srgbClr val="6AC6A5">
              <a:alpha val="5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834245" y="4990465"/>
            <a:ext cx="446405" cy="1867535"/>
          </a:xfrm>
          <a:prstGeom prst="rect">
            <a:avLst/>
          </a:prstGeom>
          <a:solidFill>
            <a:srgbClr val="F2F2F2">
              <a:alpha val="5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3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" name="Rectangle 1"/>
          <p:cNvSpPr/>
          <p:nvPr/>
        </p:nvSpPr>
        <p:spPr>
          <a:xfrm>
            <a:off x="0" y="5410200"/>
            <a:ext cx="12192000" cy="1447800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49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1200" cap="none" spc="0" normalizeH="0" baseline="0" noProof="0">
              <a:ln>
                <a:noFill/>
              </a:ln>
              <a:solidFill>
                <a:srgbClr val="297F9D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Freeform 6"/>
          <p:cNvSpPr>
            <a:spLocks noEditPoints="1"/>
          </p:cNvSpPr>
          <p:nvPr/>
        </p:nvSpPr>
        <p:spPr bwMode="auto">
          <a:xfrm>
            <a:off x="2352675" y="1671638"/>
            <a:ext cx="1401763" cy="3797300"/>
          </a:xfrm>
          <a:custGeom>
            <a:avLst/>
            <a:gdLst>
              <a:gd name="T0" fmla="*/ 146 w 280"/>
              <a:gd name="T1" fmla="*/ 122 h 761"/>
              <a:gd name="T2" fmla="*/ 161 w 280"/>
              <a:gd name="T3" fmla="*/ 134 h 761"/>
              <a:gd name="T4" fmla="*/ 125 w 280"/>
              <a:gd name="T5" fmla="*/ 184 h 761"/>
              <a:gd name="T6" fmla="*/ 112 w 280"/>
              <a:gd name="T7" fmla="*/ 83 h 761"/>
              <a:gd name="T8" fmla="*/ 0 w 280"/>
              <a:gd name="T9" fmla="*/ 113 h 761"/>
              <a:gd name="T10" fmla="*/ 14 w 280"/>
              <a:gd name="T11" fmla="*/ 237 h 761"/>
              <a:gd name="T12" fmla="*/ 91 w 280"/>
              <a:gd name="T13" fmla="*/ 264 h 761"/>
              <a:gd name="T14" fmla="*/ 100 w 280"/>
              <a:gd name="T15" fmla="*/ 275 h 761"/>
              <a:gd name="T16" fmla="*/ 113 w 280"/>
              <a:gd name="T17" fmla="*/ 280 h 761"/>
              <a:gd name="T18" fmla="*/ 88 w 280"/>
              <a:gd name="T19" fmla="*/ 384 h 761"/>
              <a:gd name="T20" fmla="*/ 104 w 280"/>
              <a:gd name="T21" fmla="*/ 386 h 761"/>
              <a:gd name="T22" fmla="*/ 126 w 280"/>
              <a:gd name="T23" fmla="*/ 550 h 761"/>
              <a:gd name="T24" fmla="*/ 129 w 280"/>
              <a:gd name="T25" fmla="*/ 593 h 761"/>
              <a:gd name="T26" fmla="*/ 130 w 280"/>
              <a:gd name="T27" fmla="*/ 675 h 761"/>
              <a:gd name="T28" fmla="*/ 128 w 280"/>
              <a:gd name="T29" fmla="*/ 724 h 761"/>
              <a:gd name="T30" fmla="*/ 108 w 280"/>
              <a:gd name="T31" fmla="*/ 737 h 761"/>
              <a:gd name="T32" fmla="*/ 90 w 280"/>
              <a:gd name="T33" fmla="*/ 752 h 761"/>
              <a:gd name="T34" fmla="*/ 137 w 280"/>
              <a:gd name="T35" fmla="*/ 753 h 761"/>
              <a:gd name="T36" fmla="*/ 183 w 280"/>
              <a:gd name="T37" fmla="*/ 757 h 761"/>
              <a:gd name="T38" fmla="*/ 213 w 280"/>
              <a:gd name="T39" fmla="*/ 756 h 761"/>
              <a:gd name="T40" fmla="*/ 232 w 280"/>
              <a:gd name="T41" fmla="*/ 736 h 761"/>
              <a:gd name="T42" fmla="*/ 218 w 280"/>
              <a:gd name="T43" fmla="*/ 556 h 761"/>
              <a:gd name="T44" fmla="*/ 211 w 280"/>
              <a:gd name="T45" fmla="*/ 526 h 761"/>
              <a:gd name="T46" fmla="*/ 215 w 280"/>
              <a:gd name="T47" fmla="*/ 474 h 761"/>
              <a:gd name="T48" fmla="*/ 234 w 280"/>
              <a:gd name="T49" fmla="*/ 400 h 761"/>
              <a:gd name="T50" fmla="*/ 242 w 280"/>
              <a:gd name="T51" fmla="*/ 400 h 761"/>
              <a:gd name="T52" fmla="*/ 236 w 280"/>
              <a:gd name="T53" fmla="*/ 335 h 761"/>
              <a:gd name="T54" fmla="*/ 231 w 280"/>
              <a:gd name="T55" fmla="*/ 296 h 761"/>
              <a:gd name="T56" fmla="*/ 236 w 280"/>
              <a:gd name="T57" fmla="*/ 252 h 761"/>
              <a:gd name="T58" fmla="*/ 264 w 280"/>
              <a:gd name="T59" fmla="*/ 145 h 761"/>
              <a:gd name="T60" fmla="*/ 242 w 280"/>
              <a:gd name="T61" fmla="*/ 129 h 761"/>
              <a:gd name="T62" fmla="*/ 232 w 280"/>
              <a:gd name="T63" fmla="*/ 111 h 761"/>
              <a:gd name="T64" fmla="*/ 226 w 280"/>
              <a:gd name="T65" fmla="*/ 109 h 761"/>
              <a:gd name="T66" fmla="*/ 224 w 280"/>
              <a:gd name="T67" fmla="*/ 102 h 761"/>
              <a:gd name="T68" fmla="*/ 233 w 280"/>
              <a:gd name="T69" fmla="*/ 88 h 761"/>
              <a:gd name="T70" fmla="*/ 228 w 280"/>
              <a:gd name="T71" fmla="*/ 73 h 761"/>
              <a:gd name="T72" fmla="*/ 237 w 280"/>
              <a:gd name="T73" fmla="*/ 65 h 761"/>
              <a:gd name="T74" fmla="*/ 230 w 280"/>
              <a:gd name="T75" fmla="*/ 59 h 761"/>
              <a:gd name="T76" fmla="*/ 169 w 280"/>
              <a:gd name="T77" fmla="*/ 6 h 761"/>
              <a:gd name="T78" fmla="*/ 117 w 280"/>
              <a:gd name="T79" fmla="*/ 54 h 761"/>
              <a:gd name="T80" fmla="*/ 127 w 280"/>
              <a:gd name="T81" fmla="*/ 89 h 761"/>
              <a:gd name="T82" fmla="*/ 139 w 280"/>
              <a:gd name="T83" fmla="*/ 124 h 761"/>
              <a:gd name="T84" fmla="*/ 167 w 280"/>
              <a:gd name="T85" fmla="*/ 709 h 761"/>
              <a:gd name="T86" fmla="*/ 176 w 280"/>
              <a:gd name="T87" fmla="*/ 662 h 761"/>
              <a:gd name="T88" fmla="*/ 173 w 280"/>
              <a:gd name="T89" fmla="*/ 590 h 761"/>
              <a:gd name="T90" fmla="*/ 187 w 280"/>
              <a:gd name="T91" fmla="*/ 629 h 761"/>
              <a:gd name="T92" fmla="*/ 192 w 280"/>
              <a:gd name="T93" fmla="*/ 690 h 761"/>
              <a:gd name="T94" fmla="*/ 180 w 280"/>
              <a:gd name="T95" fmla="*/ 722 h 761"/>
              <a:gd name="T96" fmla="*/ 168 w 280"/>
              <a:gd name="T97" fmla="*/ 734 h 761"/>
              <a:gd name="T98" fmla="*/ 167 w 280"/>
              <a:gd name="T99" fmla="*/ 709 h 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80" h="761">
                <a:moveTo>
                  <a:pt x="146" y="122"/>
                </a:moveTo>
                <a:cubicBezTo>
                  <a:pt x="146" y="122"/>
                  <a:pt x="156" y="132"/>
                  <a:pt x="161" y="134"/>
                </a:cubicBezTo>
                <a:cubicBezTo>
                  <a:pt x="161" y="134"/>
                  <a:pt x="128" y="172"/>
                  <a:pt x="125" y="184"/>
                </a:cubicBezTo>
                <a:cubicBezTo>
                  <a:pt x="112" y="83"/>
                  <a:pt x="112" y="83"/>
                  <a:pt x="112" y="83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237"/>
                  <a:pt x="14" y="237"/>
                  <a:pt x="14" y="237"/>
                </a:cubicBezTo>
                <a:cubicBezTo>
                  <a:pt x="91" y="264"/>
                  <a:pt x="91" y="264"/>
                  <a:pt x="91" y="264"/>
                </a:cubicBezTo>
                <a:cubicBezTo>
                  <a:pt x="91" y="264"/>
                  <a:pt x="91" y="271"/>
                  <a:pt x="100" y="275"/>
                </a:cubicBezTo>
                <a:cubicBezTo>
                  <a:pt x="113" y="280"/>
                  <a:pt x="113" y="280"/>
                  <a:pt x="113" y="280"/>
                </a:cubicBezTo>
                <a:cubicBezTo>
                  <a:pt x="113" y="280"/>
                  <a:pt x="86" y="366"/>
                  <a:pt x="88" y="384"/>
                </a:cubicBezTo>
                <a:cubicBezTo>
                  <a:pt x="104" y="386"/>
                  <a:pt x="104" y="386"/>
                  <a:pt x="104" y="386"/>
                </a:cubicBezTo>
                <a:cubicBezTo>
                  <a:pt x="104" y="386"/>
                  <a:pt x="97" y="462"/>
                  <a:pt x="126" y="550"/>
                </a:cubicBezTo>
                <a:cubicBezTo>
                  <a:pt x="126" y="550"/>
                  <a:pt x="128" y="583"/>
                  <a:pt x="129" y="593"/>
                </a:cubicBezTo>
                <a:cubicBezTo>
                  <a:pt x="129" y="604"/>
                  <a:pt x="131" y="662"/>
                  <a:pt x="130" y="675"/>
                </a:cubicBezTo>
                <a:cubicBezTo>
                  <a:pt x="129" y="687"/>
                  <a:pt x="132" y="719"/>
                  <a:pt x="128" y="724"/>
                </a:cubicBezTo>
                <a:cubicBezTo>
                  <a:pt x="123" y="728"/>
                  <a:pt x="114" y="735"/>
                  <a:pt x="108" y="737"/>
                </a:cubicBezTo>
                <a:cubicBezTo>
                  <a:pt x="102" y="739"/>
                  <a:pt x="86" y="747"/>
                  <a:pt x="90" y="752"/>
                </a:cubicBezTo>
                <a:cubicBezTo>
                  <a:pt x="90" y="752"/>
                  <a:pt x="93" y="759"/>
                  <a:pt x="137" y="753"/>
                </a:cubicBezTo>
                <a:cubicBezTo>
                  <a:pt x="137" y="753"/>
                  <a:pt x="137" y="761"/>
                  <a:pt x="183" y="757"/>
                </a:cubicBezTo>
                <a:cubicBezTo>
                  <a:pt x="183" y="757"/>
                  <a:pt x="207" y="756"/>
                  <a:pt x="213" y="756"/>
                </a:cubicBezTo>
                <a:cubicBezTo>
                  <a:pt x="219" y="756"/>
                  <a:pt x="243" y="751"/>
                  <a:pt x="232" y="736"/>
                </a:cubicBezTo>
                <a:cubicBezTo>
                  <a:pt x="232" y="736"/>
                  <a:pt x="243" y="588"/>
                  <a:pt x="218" y="556"/>
                </a:cubicBezTo>
                <a:cubicBezTo>
                  <a:pt x="218" y="556"/>
                  <a:pt x="211" y="535"/>
                  <a:pt x="211" y="526"/>
                </a:cubicBezTo>
                <a:cubicBezTo>
                  <a:pt x="211" y="517"/>
                  <a:pt x="212" y="487"/>
                  <a:pt x="215" y="474"/>
                </a:cubicBezTo>
                <a:cubicBezTo>
                  <a:pt x="217" y="461"/>
                  <a:pt x="236" y="407"/>
                  <a:pt x="234" y="400"/>
                </a:cubicBezTo>
                <a:cubicBezTo>
                  <a:pt x="242" y="400"/>
                  <a:pt x="242" y="400"/>
                  <a:pt x="242" y="400"/>
                </a:cubicBezTo>
                <a:cubicBezTo>
                  <a:pt x="242" y="400"/>
                  <a:pt x="247" y="352"/>
                  <a:pt x="236" y="335"/>
                </a:cubicBezTo>
                <a:cubicBezTo>
                  <a:pt x="225" y="318"/>
                  <a:pt x="231" y="308"/>
                  <a:pt x="231" y="296"/>
                </a:cubicBezTo>
                <a:cubicBezTo>
                  <a:pt x="231" y="283"/>
                  <a:pt x="236" y="252"/>
                  <a:pt x="236" y="252"/>
                </a:cubicBezTo>
                <a:cubicBezTo>
                  <a:pt x="236" y="252"/>
                  <a:pt x="280" y="172"/>
                  <a:pt x="264" y="145"/>
                </a:cubicBezTo>
                <a:cubicBezTo>
                  <a:pt x="264" y="145"/>
                  <a:pt x="261" y="134"/>
                  <a:pt x="242" y="129"/>
                </a:cubicBezTo>
                <a:cubicBezTo>
                  <a:pt x="242" y="129"/>
                  <a:pt x="232" y="115"/>
                  <a:pt x="232" y="111"/>
                </a:cubicBezTo>
                <a:cubicBezTo>
                  <a:pt x="231" y="106"/>
                  <a:pt x="226" y="109"/>
                  <a:pt x="226" y="109"/>
                </a:cubicBezTo>
                <a:cubicBezTo>
                  <a:pt x="224" y="102"/>
                  <a:pt x="224" y="102"/>
                  <a:pt x="224" y="102"/>
                </a:cubicBezTo>
                <a:cubicBezTo>
                  <a:pt x="224" y="102"/>
                  <a:pt x="233" y="105"/>
                  <a:pt x="233" y="88"/>
                </a:cubicBezTo>
                <a:cubicBezTo>
                  <a:pt x="233" y="71"/>
                  <a:pt x="232" y="78"/>
                  <a:pt x="228" y="73"/>
                </a:cubicBezTo>
                <a:cubicBezTo>
                  <a:pt x="224" y="67"/>
                  <a:pt x="233" y="70"/>
                  <a:pt x="237" y="65"/>
                </a:cubicBezTo>
                <a:cubicBezTo>
                  <a:pt x="240" y="61"/>
                  <a:pt x="233" y="65"/>
                  <a:pt x="230" y="59"/>
                </a:cubicBezTo>
                <a:cubicBezTo>
                  <a:pt x="226" y="54"/>
                  <a:pt x="201" y="0"/>
                  <a:pt x="169" y="6"/>
                </a:cubicBezTo>
                <a:cubicBezTo>
                  <a:pt x="136" y="12"/>
                  <a:pt x="119" y="43"/>
                  <a:pt x="117" y="54"/>
                </a:cubicBezTo>
                <a:cubicBezTo>
                  <a:pt x="115" y="65"/>
                  <a:pt x="126" y="85"/>
                  <a:pt x="127" y="89"/>
                </a:cubicBezTo>
                <a:cubicBezTo>
                  <a:pt x="128" y="92"/>
                  <a:pt x="145" y="113"/>
                  <a:pt x="139" y="124"/>
                </a:cubicBezTo>
                <a:moveTo>
                  <a:pt x="167" y="709"/>
                </a:moveTo>
                <a:cubicBezTo>
                  <a:pt x="169" y="697"/>
                  <a:pt x="175" y="671"/>
                  <a:pt x="176" y="662"/>
                </a:cubicBezTo>
                <a:cubicBezTo>
                  <a:pt x="177" y="654"/>
                  <a:pt x="176" y="596"/>
                  <a:pt x="173" y="590"/>
                </a:cubicBezTo>
                <a:cubicBezTo>
                  <a:pt x="173" y="590"/>
                  <a:pt x="186" y="617"/>
                  <a:pt x="187" y="629"/>
                </a:cubicBezTo>
                <a:cubicBezTo>
                  <a:pt x="188" y="640"/>
                  <a:pt x="197" y="680"/>
                  <a:pt x="192" y="690"/>
                </a:cubicBezTo>
                <a:cubicBezTo>
                  <a:pt x="188" y="700"/>
                  <a:pt x="184" y="717"/>
                  <a:pt x="180" y="722"/>
                </a:cubicBezTo>
                <a:cubicBezTo>
                  <a:pt x="177" y="727"/>
                  <a:pt x="168" y="734"/>
                  <a:pt x="168" y="734"/>
                </a:cubicBezTo>
                <a:cubicBezTo>
                  <a:pt x="168" y="734"/>
                  <a:pt x="164" y="720"/>
                  <a:pt x="167" y="709"/>
                </a:cubicBezTo>
                <a:close/>
              </a:path>
            </a:pathLst>
          </a:custGeom>
          <a:solidFill>
            <a:srgbClr val="B8E6DC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Freeform 12"/>
          <p:cNvSpPr>
            <a:spLocks noEditPoints="1"/>
          </p:cNvSpPr>
          <p:nvPr/>
        </p:nvSpPr>
        <p:spPr bwMode="auto">
          <a:xfrm>
            <a:off x="3754438" y="1482725"/>
            <a:ext cx="1263650" cy="3986213"/>
          </a:xfrm>
          <a:custGeom>
            <a:avLst/>
            <a:gdLst>
              <a:gd name="T0" fmla="*/ 193 w 253"/>
              <a:gd name="T1" fmla="*/ 151 h 798"/>
              <a:gd name="T2" fmla="*/ 182 w 253"/>
              <a:gd name="T3" fmla="*/ 103 h 798"/>
              <a:gd name="T4" fmla="*/ 165 w 253"/>
              <a:gd name="T5" fmla="*/ 92 h 798"/>
              <a:gd name="T6" fmla="*/ 162 w 253"/>
              <a:gd name="T7" fmla="*/ 50 h 798"/>
              <a:gd name="T8" fmla="*/ 95 w 253"/>
              <a:gd name="T9" fmla="*/ 103 h 798"/>
              <a:gd name="T10" fmla="*/ 80 w 253"/>
              <a:gd name="T11" fmla="*/ 141 h 798"/>
              <a:gd name="T12" fmla="*/ 27 w 253"/>
              <a:gd name="T13" fmla="*/ 149 h 798"/>
              <a:gd name="T14" fmla="*/ 3 w 253"/>
              <a:gd name="T15" fmla="*/ 255 h 798"/>
              <a:gd name="T16" fmla="*/ 20 w 253"/>
              <a:gd name="T17" fmla="*/ 388 h 798"/>
              <a:gd name="T18" fmla="*/ 29 w 253"/>
              <a:gd name="T19" fmla="*/ 390 h 798"/>
              <a:gd name="T20" fmla="*/ 48 w 253"/>
              <a:gd name="T21" fmla="*/ 409 h 798"/>
              <a:gd name="T22" fmla="*/ 47 w 253"/>
              <a:gd name="T23" fmla="*/ 488 h 798"/>
              <a:gd name="T24" fmla="*/ 28 w 253"/>
              <a:gd name="T25" fmla="*/ 615 h 798"/>
              <a:gd name="T26" fmla="*/ 16 w 253"/>
              <a:gd name="T27" fmla="*/ 733 h 798"/>
              <a:gd name="T28" fmla="*/ 24 w 253"/>
              <a:gd name="T29" fmla="*/ 798 h 798"/>
              <a:gd name="T30" fmla="*/ 65 w 253"/>
              <a:gd name="T31" fmla="*/ 772 h 798"/>
              <a:gd name="T32" fmla="*/ 70 w 253"/>
              <a:gd name="T33" fmla="*/ 712 h 798"/>
              <a:gd name="T34" fmla="*/ 85 w 253"/>
              <a:gd name="T35" fmla="*/ 613 h 798"/>
              <a:gd name="T36" fmla="*/ 122 w 253"/>
              <a:gd name="T37" fmla="*/ 478 h 798"/>
              <a:gd name="T38" fmla="*/ 130 w 253"/>
              <a:gd name="T39" fmla="*/ 489 h 798"/>
              <a:gd name="T40" fmla="*/ 138 w 253"/>
              <a:gd name="T41" fmla="*/ 607 h 798"/>
              <a:gd name="T42" fmla="*/ 128 w 253"/>
              <a:gd name="T43" fmla="*/ 679 h 798"/>
              <a:gd name="T44" fmla="*/ 114 w 253"/>
              <a:gd name="T45" fmla="*/ 722 h 798"/>
              <a:gd name="T46" fmla="*/ 121 w 253"/>
              <a:gd name="T47" fmla="*/ 795 h 798"/>
              <a:gd name="T48" fmla="*/ 210 w 253"/>
              <a:gd name="T49" fmla="*/ 784 h 798"/>
              <a:gd name="T50" fmla="*/ 173 w 253"/>
              <a:gd name="T51" fmla="*/ 768 h 798"/>
              <a:gd name="T52" fmla="*/ 184 w 253"/>
              <a:gd name="T53" fmla="*/ 617 h 798"/>
              <a:gd name="T54" fmla="*/ 189 w 253"/>
              <a:gd name="T55" fmla="*/ 502 h 798"/>
              <a:gd name="T56" fmla="*/ 210 w 253"/>
              <a:gd name="T57" fmla="*/ 428 h 798"/>
              <a:gd name="T58" fmla="*/ 187 w 253"/>
              <a:gd name="T59" fmla="*/ 297 h 798"/>
              <a:gd name="T60" fmla="*/ 241 w 253"/>
              <a:gd name="T61" fmla="*/ 239 h 798"/>
              <a:gd name="T62" fmla="*/ 46 w 253"/>
              <a:gd name="T63" fmla="*/ 328 h 798"/>
              <a:gd name="T64" fmla="*/ 39 w 253"/>
              <a:gd name="T65" fmla="*/ 294 h 798"/>
              <a:gd name="T66" fmla="*/ 49 w 253"/>
              <a:gd name="T67" fmla="*/ 252 h 798"/>
              <a:gd name="T68" fmla="*/ 128 w 253"/>
              <a:gd name="T69" fmla="*/ 389 h 798"/>
              <a:gd name="T70" fmla="*/ 115 w 253"/>
              <a:gd name="T71" fmla="*/ 156 h 798"/>
              <a:gd name="T72" fmla="*/ 133 w 253"/>
              <a:gd name="T73" fmla="*/ 155 h 798"/>
              <a:gd name="T74" fmla="*/ 142 w 253"/>
              <a:gd name="T75" fmla="*/ 376 h 798"/>
              <a:gd name="T76" fmla="*/ 173 w 253"/>
              <a:gd name="T77" fmla="*/ 156 h 798"/>
              <a:gd name="T78" fmla="*/ 144 w 253"/>
              <a:gd name="T79" fmla="*/ 135 h 798"/>
              <a:gd name="T80" fmla="*/ 168 w 253"/>
              <a:gd name="T81" fmla="*/ 142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798">
                <a:moveTo>
                  <a:pt x="233" y="205"/>
                </a:moveTo>
                <a:cubicBezTo>
                  <a:pt x="233" y="205"/>
                  <a:pt x="205" y="148"/>
                  <a:pt x="193" y="151"/>
                </a:cubicBezTo>
                <a:cubicBezTo>
                  <a:pt x="193" y="151"/>
                  <a:pt x="186" y="135"/>
                  <a:pt x="187" y="131"/>
                </a:cubicBezTo>
                <a:cubicBezTo>
                  <a:pt x="188" y="127"/>
                  <a:pt x="197" y="107"/>
                  <a:pt x="182" y="103"/>
                </a:cubicBezTo>
                <a:cubicBezTo>
                  <a:pt x="164" y="98"/>
                  <a:pt x="164" y="98"/>
                  <a:pt x="164" y="98"/>
                </a:cubicBezTo>
                <a:cubicBezTo>
                  <a:pt x="164" y="98"/>
                  <a:pt x="165" y="96"/>
                  <a:pt x="165" y="92"/>
                </a:cubicBezTo>
                <a:cubicBezTo>
                  <a:pt x="171" y="92"/>
                  <a:pt x="168" y="84"/>
                  <a:pt x="166" y="79"/>
                </a:cubicBezTo>
                <a:cubicBezTo>
                  <a:pt x="166" y="70"/>
                  <a:pt x="165" y="60"/>
                  <a:pt x="162" y="50"/>
                </a:cubicBezTo>
                <a:cubicBezTo>
                  <a:pt x="162" y="50"/>
                  <a:pt x="138" y="0"/>
                  <a:pt x="91" y="45"/>
                </a:cubicBezTo>
                <a:cubicBezTo>
                  <a:pt x="91" y="45"/>
                  <a:pt x="76" y="71"/>
                  <a:pt x="95" y="103"/>
                </a:cubicBezTo>
                <a:cubicBezTo>
                  <a:pt x="95" y="103"/>
                  <a:pt x="102" y="122"/>
                  <a:pt x="98" y="126"/>
                </a:cubicBezTo>
                <a:cubicBezTo>
                  <a:pt x="93" y="129"/>
                  <a:pt x="87" y="137"/>
                  <a:pt x="80" y="141"/>
                </a:cubicBezTo>
                <a:cubicBezTo>
                  <a:pt x="72" y="144"/>
                  <a:pt x="50" y="149"/>
                  <a:pt x="42" y="148"/>
                </a:cubicBezTo>
                <a:cubicBezTo>
                  <a:pt x="35" y="147"/>
                  <a:pt x="27" y="149"/>
                  <a:pt x="27" y="149"/>
                </a:cubicBezTo>
                <a:cubicBezTo>
                  <a:pt x="27" y="149"/>
                  <a:pt x="12" y="189"/>
                  <a:pt x="8" y="211"/>
                </a:cubicBezTo>
                <a:cubicBezTo>
                  <a:pt x="3" y="233"/>
                  <a:pt x="3" y="243"/>
                  <a:pt x="3" y="255"/>
                </a:cubicBezTo>
                <a:cubicBezTo>
                  <a:pt x="2" y="267"/>
                  <a:pt x="0" y="298"/>
                  <a:pt x="1" y="306"/>
                </a:cubicBezTo>
                <a:cubicBezTo>
                  <a:pt x="2" y="315"/>
                  <a:pt x="13" y="380"/>
                  <a:pt x="20" y="388"/>
                </a:cubicBezTo>
                <a:cubicBezTo>
                  <a:pt x="27" y="385"/>
                  <a:pt x="27" y="385"/>
                  <a:pt x="27" y="385"/>
                </a:cubicBezTo>
                <a:cubicBezTo>
                  <a:pt x="29" y="390"/>
                  <a:pt x="29" y="390"/>
                  <a:pt x="29" y="390"/>
                </a:cubicBezTo>
                <a:cubicBezTo>
                  <a:pt x="35" y="387"/>
                  <a:pt x="35" y="387"/>
                  <a:pt x="35" y="387"/>
                </a:cubicBezTo>
                <a:cubicBezTo>
                  <a:pt x="35" y="387"/>
                  <a:pt x="42" y="404"/>
                  <a:pt x="48" y="409"/>
                </a:cubicBezTo>
                <a:cubicBezTo>
                  <a:pt x="51" y="453"/>
                  <a:pt x="51" y="453"/>
                  <a:pt x="51" y="453"/>
                </a:cubicBezTo>
                <a:cubicBezTo>
                  <a:pt x="51" y="453"/>
                  <a:pt x="53" y="469"/>
                  <a:pt x="47" y="488"/>
                </a:cubicBezTo>
                <a:cubicBezTo>
                  <a:pt x="41" y="506"/>
                  <a:pt x="47" y="529"/>
                  <a:pt x="46" y="545"/>
                </a:cubicBezTo>
                <a:cubicBezTo>
                  <a:pt x="45" y="561"/>
                  <a:pt x="31" y="606"/>
                  <a:pt x="28" y="615"/>
                </a:cubicBezTo>
                <a:cubicBezTo>
                  <a:pt x="24" y="625"/>
                  <a:pt x="17" y="678"/>
                  <a:pt x="18" y="693"/>
                </a:cubicBezTo>
                <a:cubicBezTo>
                  <a:pt x="19" y="709"/>
                  <a:pt x="15" y="725"/>
                  <a:pt x="16" y="733"/>
                </a:cubicBezTo>
                <a:cubicBezTo>
                  <a:pt x="17" y="742"/>
                  <a:pt x="24" y="753"/>
                  <a:pt x="25" y="760"/>
                </a:cubicBezTo>
                <a:cubicBezTo>
                  <a:pt x="26" y="767"/>
                  <a:pt x="9" y="798"/>
                  <a:pt x="24" y="798"/>
                </a:cubicBezTo>
                <a:cubicBezTo>
                  <a:pt x="39" y="798"/>
                  <a:pt x="64" y="797"/>
                  <a:pt x="64" y="797"/>
                </a:cubicBezTo>
                <a:cubicBezTo>
                  <a:pt x="64" y="797"/>
                  <a:pt x="68" y="777"/>
                  <a:pt x="65" y="772"/>
                </a:cubicBezTo>
                <a:cubicBezTo>
                  <a:pt x="65" y="772"/>
                  <a:pt x="89" y="745"/>
                  <a:pt x="73" y="732"/>
                </a:cubicBezTo>
                <a:cubicBezTo>
                  <a:pt x="58" y="720"/>
                  <a:pt x="67" y="723"/>
                  <a:pt x="70" y="712"/>
                </a:cubicBezTo>
                <a:cubicBezTo>
                  <a:pt x="73" y="700"/>
                  <a:pt x="82" y="679"/>
                  <a:pt x="82" y="668"/>
                </a:cubicBezTo>
                <a:cubicBezTo>
                  <a:pt x="82" y="658"/>
                  <a:pt x="83" y="626"/>
                  <a:pt x="85" y="613"/>
                </a:cubicBezTo>
                <a:cubicBezTo>
                  <a:pt x="86" y="600"/>
                  <a:pt x="95" y="565"/>
                  <a:pt x="104" y="540"/>
                </a:cubicBezTo>
                <a:cubicBezTo>
                  <a:pt x="112" y="515"/>
                  <a:pt x="122" y="486"/>
                  <a:pt x="122" y="478"/>
                </a:cubicBezTo>
                <a:cubicBezTo>
                  <a:pt x="122" y="470"/>
                  <a:pt x="125" y="463"/>
                  <a:pt x="125" y="463"/>
                </a:cubicBezTo>
                <a:cubicBezTo>
                  <a:pt x="125" y="463"/>
                  <a:pt x="130" y="484"/>
                  <a:pt x="130" y="489"/>
                </a:cubicBezTo>
                <a:cubicBezTo>
                  <a:pt x="130" y="493"/>
                  <a:pt x="136" y="529"/>
                  <a:pt x="133" y="541"/>
                </a:cubicBezTo>
                <a:cubicBezTo>
                  <a:pt x="131" y="552"/>
                  <a:pt x="139" y="600"/>
                  <a:pt x="138" y="607"/>
                </a:cubicBezTo>
                <a:cubicBezTo>
                  <a:pt x="136" y="614"/>
                  <a:pt x="132" y="615"/>
                  <a:pt x="131" y="625"/>
                </a:cubicBezTo>
                <a:cubicBezTo>
                  <a:pt x="129" y="634"/>
                  <a:pt x="129" y="668"/>
                  <a:pt x="128" y="679"/>
                </a:cubicBezTo>
                <a:cubicBezTo>
                  <a:pt x="127" y="691"/>
                  <a:pt x="120" y="692"/>
                  <a:pt x="120" y="702"/>
                </a:cubicBezTo>
                <a:cubicBezTo>
                  <a:pt x="120" y="712"/>
                  <a:pt x="118" y="713"/>
                  <a:pt x="114" y="722"/>
                </a:cubicBezTo>
                <a:cubicBezTo>
                  <a:pt x="111" y="731"/>
                  <a:pt x="117" y="765"/>
                  <a:pt x="114" y="769"/>
                </a:cubicBezTo>
                <a:cubicBezTo>
                  <a:pt x="112" y="773"/>
                  <a:pt x="110" y="796"/>
                  <a:pt x="121" y="795"/>
                </a:cubicBezTo>
                <a:cubicBezTo>
                  <a:pt x="132" y="794"/>
                  <a:pt x="157" y="792"/>
                  <a:pt x="162" y="795"/>
                </a:cubicBezTo>
                <a:cubicBezTo>
                  <a:pt x="167" y="798"/>
                  <a:pt x="219" y="795"/>
                  <a:pt x="210" y="784"/>
                </a:cubicBezTo>
                <a:cubicBezTo>
                  <a:pt x="202" y="772"/>
                  <a:pt x="199" y="776"/>
                  <a:pt x="191" y="776"/>
                </a:cubicBezTo>
                <a:cubicBezTo>
                  <a:pt x="183" y="776"/>
                  <a:pt x="176" y="774"/>
                  <a:pt x="173" y="768"/>
                </a:cubicBezTo>
                <a:cubicBezTo>
                  <a:pt x="170" y="762"/>
                  <a:pt x="172" y="758"/>
                  <a:pt x="172" y="751"/>
                </a:cubicBezTo>
                <a:cubicBezTo>
                  <a:pt x="172" y="743"/>
                  <a:pt x="189" y="652"/>
                  <a:pt x="184" y="617"/>
                </a:cubicBezTo>
                <a:cubicBezTo>
                  <a:pt x="179" y="582"/>
                  <a:pt x="179" y="602"/>
                  <a:pt x="182" y="581"/>
                </a:cubicBezTo>
                <a:cubicBezTo>
                  <a:pt x="186" y="561"/>
                  <a:pt x="188" y="525"/>
                  <a:pt x="189" y="502"/>
                </a:cubicBezTo>
                <a:cubicBezTo>
                  <a:pt x="191" y="480"/>
                  <a:pt x="201" y="434"/>
                  <a:pt x="197" y="428"/>
                </a:cubicBezTo>
                <a:cubicBezTo>
                  <a:pt x="210" y="428"/>
                  <a:pt x="210" y="428"/>
                  <a:pt x="210" y="428"/>
                </a:cubicBezTo>
                <a:cubicBezTo>
                  <a:pt x="210" y="428"/>
                  <a:pt x="207" y="364"/>
                  <a:pt x="198" y="343"/>
                </a:cubicBezTo>
                <a:cubicBezTo>
                  <a:pt x="189" y="322"/>
                  <a:pt x="189" y="306"/>
                  <a:pt x="187" y="297"/>
                </a:cubicBezTo>
                <a:cubicBezTo>
                  <a:pt x="184" y="287"/>
                  <a:pt x="186" y="241"/>
                  <a:pt x="186" y="241"/>
                </a:cubicBezTo>
                <a:cubicBezTo>
                  <a:pt x="186" y="241"/>
                  <a:pt x="230" y="261"/>
                  <a:pt x="241" y="239"/>
                </a:cubicBezTo>
                <a:cubicBezTo>
                  <a:pt x="241" y="239"/>
                  <a:pt x="253" y="229"/>
                  <a:pt x="233" y="205"/>
                </a:cubicBezTo>
                <a:close/>
                <a:moveTo>
                  <a:pt x="46" y="328"/>
                </a:moveTo>
                <a:cubicBezTo>
                  <a:pt x="46" y="328"/>
                  <a:pt x="42" y="322"/>
                  <a:pt x="41" y="316"/>
                </a:cubicBezTo>
                <a:cubicBezTo>
                  <a:pt x="41" y="310"/>
                  <a:pt x="39" y="294"/>
                  <a:pt x="39" y="294"/>
                </a:cubicBezTo>
                <a:cubicBezTo>
                  <a:pt x="39" y="294"/>
                  <a:pt x="38" y="290"/>
                  <a:pt x="40" y="286"/>
                </a:cubicBezTo>
                <a:cubicBezTo>
                  <a:pt x="41" y="283"/>
                  <a:pt x="49" y="252"/>
                  <a:pt x="49" y="252"/>
                </a:cubicBezTo>
                <a:cubicBezTo>
                  <a:pt x="49" y="252"/>
                  <a:pt x="63" y="294"/>
                  <a:pt x="46" y="328"/>
                </a:cubicBezTo>
                <a:close/>
                <a:moveTo>
                  <a:pt x="128" y="389"/>
                </a:moveTo>
                <a:cubicBezTo>
                  <a:pt x="115" y="378"/>
                  <a:pt x="115" y="378"/>
                  <a:pt x="115" y="378"/>
                </a:cubicBezTo>
                <a:cubicBezTo>
                  <a:pt x="127" y="236"/>
                  <a:pt x="115" y="156"/>
                  <a:pt x="115" y="156"/>
                </a:cubicBezTo>
                <a:cubicBezTo>
                  <a:pt x="123" y="147"/>
                  <a:pt x="123" y="147"/>
                  <a:pt x="123" y="147"/>
                </a:cubicBezTo>
                <a:cubicBezTo>
                  <a:pt x="133" y="155"/>
                  <a:pt x="133" y="155"/>
                  <a:pt x="133" y="155"/>
                </a:cubicBezTo>
                <a:cubicBezTo>
                  <a:pt x="129" y="163"/>
                  <a:pt x="129" y="163"/>
                  <a:pt x="129" y="163"/>
                </a:cubicBezTo>
                <a:cubicBezTo>
                  <a:pt x="142" y="376"/>
                  <a:pt x="142" y="376"/>
                  <a:pt x="142" y="376"/>
                </a:cubicBezTo>
                <a:lnTo>
                  <a:pt x="128" y="389"/>
                </a:lnTo>
                <a:close/>
                <a:moveTo>
                  <a:pt x="173" y="156"/>
                </a:moveTo>
                <a:cubicBezTo>
                  <a:pt x="169" y="159"/>
                  <a:pt x="148" y="150"/>
                  <a:pt x="148" y="150"/>
                </a:cubicBezTo>
                <a:cubicBezTo>
                  <a:pt x="144" y="135"/>
                  <a:pt x="144" y="135"/>
                  <a:pt x="144" y="135"/>
                </a:cubicBezTo>
                <a:cubicBezTo>
                  <a:pt x="144" y="135"/>
                  <a:pt x="152" y="129"/>
                  <a:pt x="154" y="125"/>
                </a:cubicBezTo>
                <a:cubicBezTo>
                  <a:pt x="154" y="125"/>
                  <a:pt x="162" y="141"/>
                  <a:pt x="168" y="142"/>
                </a:cubicBezTo>
                <a:cubicBezTo>
                  <a:pt x="174" y="143"/>
                  <a:pt x="177" y="154"/>
                  <a:pt x="173" y="156"/>
                </a:cubicBezTo>
                <a:close/>
              </a:path>
            </a:pathLst>
          </a:custGeom>
          <a:solidFill>
            <a:srgbClr val="3EB198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bg-BG" sz="16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Oval 118"/>
          <p:cNvSpPr/>
          <p:nvPr/>
        </p:nvSpPr>
        <p:spPr>
          <a:xfrm>
            <a:off x="10564813" y="5010150"/>
            <a:ext cx="644525" cy="64293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1247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49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Freeform 620"/>
          <p:cNvSpPr>
            <a:spLocks noEditPoints="1"/>
          </p:cNvSpPr>
          <p:nvPr/>
        </p:nvSpPr>
        <p:spPr bwMode="auto">
          <a:xfrm>
            <a:off x="10723563" y="5183188"/>
            <a:ext cx="327025" cy="285750"/>
          </a:xfrm>
          <a:custGeom>
            <a:avLst/>
            <a:gdLst>
              <a:gd name="T0" fmla="*/ 0 w 282"/>
              <a:gd name="T1" fmla="*/ 0 h 247"/>
              <a:gd name="T2" fmla="*/ 282 w 282"/>
              <a:gd name="T3" fmla="*/ 0 h 247"/>
              <a:gd name="T4" fmla="*/ 282 w 282"/>
              <a:gd name="T5" fmla="*/ 35 h 247"/>
              <a:gd name="T6" fmla="*/ 0 w 282"/>
              <a:gd name="T7" fmla="*/ 35 h 247"/>
              <a:gd name="T8" fmla="*/ 0 w 282"/>
              <a:gd name="T9" fmla="*/ 0 h 247"/>
              <a:gd name="T10" fmla="*/ 53 w 282"/>
              <a:gd name="T11" fmla="*/ 53 h 247"/>
              <a:gd name="T12" fmla="*/ 229 w 282"/>
              <a:gd name="T13" fmla="*/ 53 h 247"/>
              <a:gd name="T14" fmla="*/ 229 w 282"/>
              <a:gd name="T15" fmla="*/ 88 h 247"/>
              <a:gd name="T16" fmla="*/ 53 w 282"/>
              <a:gd name="T17" fmla="*/ 88 h 247"/>
              <a:gd name="T18" fmla="*/ 53 w 282"/>
              <a:gd name="T19" fmla="*/ 53 h 247"/>
              <a:gd name="T20" fmla="*/ 53 w 282"/>
              <a:gd name="T21" fmla="*/ 159 h 247"/>
              <a:gd name="T22" fmla="*/ 229 w 282"/>
              <a:gd name="T23" fmla="*/ 159 h 247"/>
              <a:gd name="T24" fmla="*/ 229 w 282"/>
              <a:gd name="T25" fmla="*/ 194 h 247"/>
              <a:gd name="T26" fmla="*/ 53 w 282"/>
              <a:gd name="T27" fmla="*/ 194 h 247"/>
              <a:gd name="T28" fmla="*/ 53 w 282"/>
              <a:gd name="T29" fmla="*/ 159 h 247"/>
              <a:gd name="T30" fmla="*/ 0 w 282"/>
              <a:gd name="T31" fmla="*/ 106 h 247"/>
              <a:gd name="T32" fmla="*/ 282 w 282"/>
              <a:gd name="T33" fmla="*/ 106 h 247"/>
              <a:gd name="T34" fmla="*/ 282 w 282"/>
              <a:gd name="T35" fmla="*/ 141 h 247"/>
              <a:gd name="T36" fmla="*/ 0 w 282"/>
              <a:gd name="T37" fmla="*/ 141 h 247"/>
              <a:gd name="T38" fmla="*/ 0 w 282"/>
              <a:gd name="T39" fmla="*/ 106 h 247"/>
              <a:gd name="T40" fmla="*/ 0 w 282"/>
              <a:gd name="T41" fmla="*/ 212 h 247"/>
              <a:gd name="T42" fmla="*/ 282 w 282"/>
              <a:gd name="T43" fmla="*/ 212 h 247"/>
              <a:gd name="T44" fmla="*/ 282 w 282"/>
              <a:gd name="T45" fmla="*/ 247 h 247"/>
              <a:gd name="T46" fmla="*/ 0 w 282"/>
              <a:gd name="T47" fmla="*/ 247 h 247"/>
              <a:gd name="T48" fmla="*/ 0 w 282"/>
              <a:gd name="T49" fmla="*/ 212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82" h="247">
                <a:moveTo>
                  <a:pt x="0" y="0"/>
                </a:moveTo>
                <a:lnTo>
                  <a:pt x="282" y="0"/>
                </a:lnTo>
                <a:lnTo>
                  <a:pt x="282" y="35"/>
                </a:lnTo>
                <a:lnTo>
                  <a:pt x="0" y="35"/>
                </a:lnTo>
                <a:lnTo>
                  <a:pt x="0" y="0"/>
                </a:lnTo>
                <a:close/>
                <a:moveTo>
                  <a:pt x="53" y="53"/>
                </a:moveTo>
                <a:lnTo>
                  <a:pt x="229" y="53"/>
                </a:lnTo>
                <a:lnTo>
                  <a:pt x="229" y="88"/>
                </a:lnTo>
                <a:lnTo>
                  <a:pt x="53" y="88"/>
                </a:lnTo>
                <a:lnTo>
                  <a:pt x="53" y="53"/>
                </a:lnTo>
                <a:close/>
                <a:moveTo>
                  <a:pt x="53" y="159"/>
                </a:moveTo>
                <a:lnTo>
                  <a:pt x="229" y="159"/>
                </a:lnTo>
                <a:lnTo>
                  <a:pt x="229" y="194"/>
                </a:lnTo>
                <a:lnTo>
                  <a:pt x="53" y="194"/>
                </a:lnTo>
                <a:lnTo>
                  <a:pt x="53" y="159"/>
                </a:lnTo>
                <a:close/>
                <a:moveTo>
                  <a:pt x="0" y="106"/>
                </a:moveTo>
                <a:lnTo>
                  <a:pt x="282" y="106"/>
                </a:lnTo>
                <a:lnTo>
                  <a:pt x="282" y="141"/>
                </a:lnTo>
                <a:lnTo>
                  <a:pt x="0" y="141"/>
                </a:lnTo>
                <a:lnTo>
                  <a:pt x="0" y="106"/>
                </a:lnTo>
                <a:close/>
                <a:moveTo>
                  <a:pt x="0" y="212"/>
                </a:moveTo>
                <a:lnTo>
                  <a:pt x="282" y="212"/>
                </a:lnTo>
                <a:lnTo>
                  <a:pt x="282" y="247"/>
                </a:lnTo>
                <a:lnTo>
                  <a:pt x="0" y="247"/>
                </a:lnTo>
                <a:lnTo>
                  <a:pt x="0" y="2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109728" tIns="54864" rIns="109728" bIns="54864"/>
          <a:lstStyle/>
          <a:p>
            <a:pPr marL="0" marR="0" lvl="0" indent="0" algn="l" defTabSz="9505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85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8689" name="Text Placeholder 2"/>
          <p:cNvSpPr txBox="1"/>
          <p:nvPr/>
        </p:nvSpPr>
        <p:spPr>
          <a:xfrm>
            <a:off x="5870575" y="1582420"/>
            <a:ext cx="4765675" cy="332359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 algn="l" defTabSz="1216025">
              <a:lnSpc>
                <a:spcPct val="12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Нужно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понимать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что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сайт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не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умеет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автоматически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определять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настроение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песни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добавленные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треки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могут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пропасть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при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очистке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кэша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браузера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отсутствует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автопереключение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на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следующий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трек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.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С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другой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стороны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сайт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бесплатный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работает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без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интернета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,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позволяет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самому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добавлять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MP3-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файлы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создавать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любые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теги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настроений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и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эпох</a:t>
            </a:r>
            <a:r>
              <a:rPr lang="en-US" altLang="ru-RU" sz="20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.</a:t>
            </a:r>
            <a:endParaRPr lang="en-US" altLang="ru-RU" sz="20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15950" y="365125"/>
            <a:ext cx="5103495" cy="1325880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выглядит сайт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918335"/>
            <a:ext cx="4926965" cy="4621530"/>
          </a:xfrm>
          <a:prstGeom prst="rect">
            <a:avLst/>
          </a:prstGeom>
        </p:spPr>
      </p:pic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  </a:t>
            </a:r>
            <a:endParaRPr lang="ru-RU" altLang="en-US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60" y="2799080"/>
            <a:ext cx="5406390" cy="2915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53415" y="695960"/>
            <a:ext cx="3596005" cy="7734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7565" y="441325"/>
            <a:ext cx="10515600" cy="1325563"/>
          </a:xfrm>
        </p:spPr>
        <p:txBody>
          <a:bodyPr/>
          <a:lstStyle/>
          <a:p>
            <a:r>
              <a:rPr lang="ru-RU" altLang="en-US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r>
              <a:rPr lang="en-US" altLang="en-US" b="1">
                <a:solidFill>
                  <a:srgbClr val="303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b="1">
              <a:solidFill>
                <a:srgbClr val="3030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52780" y="17672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ходе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проектом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подбора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музыки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настроению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треков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настроению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эпохе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удобный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музыкальным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плеером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может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добавлять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свои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MP3-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файлы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создавать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собственные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теги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настроений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эпох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работает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локально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подключения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интернету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подписки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Поставленная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достигнута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выполнены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867400"/>
            <a:ext cx="12191365" cy="991235"/>
          </a:xfrm>
          <a:prstGeom prst="rect">
            <a:avLst/>
          </a:prstGeom>
          <a:solidFill>
            <a:srgbClr val="2B7D6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0832465" y="3928110"/>
            <a:ext cx="1358900" cy="2931160"/>
          </a:xfrm>
          <a:prstGeom prst="rect">
            <a:avLst/>
          </a:prstGeom>
          <a:solidFill>
            <a:srgbClr val="6AC6A5">
              <a:alpha val="5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888220" y="5013960"/>
            <a:ext cx="443865" cy="184594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2786063"/>
            <a:ext cx="2960688" cy="652463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8331200" y="3411538"/>
            <a:ext cx="3860800" cy="1233488"/>
          </a:xfrm>
          <a:custGeom>
            <a:avLst/>
            <a:gdLst>
              <a:gd name="connsiteX0" fmla="*/ 1422400 w 3759200"/>
              <a:gd name="connsiteY0" fmla="*/ 0 h 1799772"/>
              <a:gd name="connsiteX1" fmla="*/ 3759200 w 3759200"/>
              <a:gd name="connsiteY1" fmla="*/ 0 h 1799772"/>
              <a:gd name="connsiteX2" fmla="*/ 3759200 w 3759200"/>
              <a:gd name="connsiteY2" fmla="*/ 899886 h 1799772"/>
              <a:gd name="connsiteX3" fmla="*/ 2336800 w 3759200"/>
              <a:gd name="connsiteY3" fmla="*/ 899886 h 1799772"/>
              <a:gd name="connsiteX4" fmla="*/ 2336800 w 3759200"/>
              <a:gd name="connsiteY4" fmla="*/ 1799772 h 1799772"/>
              <a:gd name="connsiteX5" fmla="*/ 0 w 3759200"/>
              <a:gd name="connsiteY5" fmla="*/ 1799772 h 1799772"/>
              <a:gd name="connsiteX6" fmla="*/ 0 w 3759200"/>
              <a:gd name="connsiteY6" fmla="*/ 899886 h 1799772"/>
              <a:gd name="connsiteX7" fmla="*/ 1422400 w 3759200"/>
              <a:gd name="connsiteY7" fmla="*/ 899886 h 179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59200" h="1799772">
                <a:moveTo>
                  <a:pt x="1422400" y="0"/>
                </a:moveTo>
                <a:lnTo>
                  <a:pt x="3759200" y="0"/>
                </a:lnTo>
                <a:lnTo>
                  <a:pt x="3759200" y="899886"/>
                </a:lnTo>
                <a:lnTo>
                  <a:pt x="2336800" y="899886"/>
                </a:lnTo>
                <a:lnTo>
                  <a:pt x="2336800" y="1799772"/>
                </a:lnTo>
                <a:lnTo>
                  <a:pt x="0" y="1799772"/>
                </a:lnTo>
                <a:lnTo>
                  <a:pt x="0" y="899886"/>
                </a:lnTo>
                <a:lnTo>
                  <a:pt x="1422400" y="899886"/>
                </a:lnTo>
                <a:close/>
              </a:path>
            </a:pathLst>
          </a:cu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699" name="文本框 11"/>
          <p:cNvSpPr txBox="1"/>
          <p:nvPr/>
        </p:nvSpPr>
        <p:spPr>
          <a:xfrm>
            <a:off x="3446463" y="2633663"/>
            <a:ext cx="4473575" cy="13220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8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THANKS</a:t>
            </a:r>
            <a:endParaRPr lang="zh-CN" altLang="en-US" sz="8000" b="1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2786063"/>
            <a:ext cx="2960688" cy="349250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31200" y="4340225"/>
            <a:ext cx="2438400" cy="304800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550400" y="3403600"/>
            <a:ext cx="2641600" cy="268288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2393</Words>
  <Application>WPS Presentation</Application>
  <PresentationFormat>Широкоэкранный</PresentationFormat>
  <Paragraphs>84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Microsoft YaHei</vt:lpstr>
      <vt:lpstr>Times New Roman</vt:lpstr>
      <vt:lpstr>Arial Unicode MS</vt:lpstr>
      <vt:lpstr>Calibri Light</vt:lpstr>
      <vt:lpstr>Franklin Gothic Demi Cond</vt:lpstr>
      <vt:lpstr>Franklin Gothic Heavy</vt:lpstr>
      <vt:lpstr>Franklin Gothic Medium Cond</vt:lpstr>
      <vt:lpstr>Caveat</vt:lpstr>
      <vt:lpstr>Office 主题</vt:lpstr>
      <vt:lpstr>PowerPoint 演示文稿</vt:lpstr>
      <vt:lpstr>PowerPoint 演示文稿</vt:lpstr>
      <vt:lpstr>PowerPoint 演示文稿</vt:lpstr>
      <vt:lpstr>PowerPoint 演示文稿</vt:lpstr>
      <vt:lpstr>Типы нейросетей:</vt:lpstr>
      <vt:lpstr>Перспективы использования нейросетей:</vt:lpstr>
      <vt:lpstr>Как нейросеть может помочь человеку</vt:lpstr>
      <vt:lpstr>PowerPoint 演示文稿</vt:lpstr>
      <vt:lpstr>Как создать свою песню с помощью сайта suno.com</vt:lpstr>
      <vt:lpstr>Заключение: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пк</cp:lastModifiedBy>
  <cp:revision>33</cp:revision>
  <dcterms:created xsi:type="dcterms:W3CDTF">2015-07-07T12:57:00Z</dcterms:created>
  <dcterms:modified xsi:type="dcterms:W3CDTF">2026-05-16T00:48:29Z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5076AD70B20B41CB92D128CEBBD11B3F_13</vt:lpwstr>
  </property>
</Properties>
</file>